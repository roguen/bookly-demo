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For a given order, the verdict, the reason code and the amount are identical either way. What a better model buys is better slot extraction, not different policy.
- Twenty checks, all dependency-free, and the decision tests never touch a model at all.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Nothing in the repo retries — retry logic belongs to the orchestration layer. The key is what makes that layer safe to build.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things, in the order I'd actually do them.
First, and it's not close: the eval harness. Golden transcripts, a graded rubric, a regression run that fires on every prompt change.
I want to frame this as a risk, not a wish list. Support agents don't fail at launch. They fail three weeks in, when somebody tweaks a prompt and quietly breaks the escalation path. Nobody notices until the tickets pile up.
That's what I'd build first. tests.py is the seed — twenty checks today, and one two-turn conversation checked line by line.
I'll say something slightly against myself here. I found real bugs in this build by adversarially probing it. Then I fixed them, and the probe caught three more regressions I'd introduced in the fixes. That isn't carelessness. It's what it looks like when the harness does its job — and it's the argument for building one early.
Second, embeddings for policy retrieval. Keyword matching is the weak part — but I'd put embeddings behind the same hard floor, unchanged. The matching is weak. The floor is load-bearing. Better retrieval with no floor just gives you a more convincing wrong article.
Third, the orchestration layer becoming real — retries, dead letters, durable idempotency. None of that is in the repo today. But the envelope contract already accommodates it. That's why the agent emits instead of executing.
TALKING POINTS
- 20 checks today, dependency-free, no pytest — Python 3.9 and up.
- The golden transcript test asserts exact strings on purpose, so wording drift fails loudly.
- Everything here is contained: none of the three requires reopening the decision layer.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honest gap is authorship. My procedures live in policy.py, so changing one takes an engineer. Yours are written by the CX teams who own the policy. Making them authorable by non-engineers is the next order of problem, and it's harder than what I built.
- What would you cut if you had to ship tomorrow?: Nothing in the decision layer. I'd ship with the stand-in provider and add the hosted model after the harness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In priority order. The first one is a regression risk, not a backlog item.</a:t>
            </a:r>
            <a:endParaRPr lang="en-US" sz="1400" dirty="0"/>
          </a:p>
        </p:txBody>
      </p:sp>
      <p:sp>
        <p:nvSpPr>
          <p:cNvPr id="4" name="Shape 2"/>
          <p:cNvSpPr/>
          <p:nvPr/>
        </p:nvSpPr>
        <p:spPr>
          <a:xfrm>
            <a:off x="640080" y="1719072"/>
            <a:ext cx="365760" cy="365760"/>
          </a:xfrm>
          <a:prstGeom prst="ellipse">
            <a:avLst/>
          </a:prstGeom>
          <a:solidFill>
            <a:srgbClr val="5754FF"/>
          </a:solidFill>
          <a:ln/>
        </p:spPr>
      </p:sp>
      <p:sp>
        <p:nvSpPr>
          <p:cNvPr id="5" name="Text 3"/>
          <p:cNvSpPr/>
          <p:nvPr/>
        </p:nvSpPr>
        <p:spPr>
          <a:xfrm>
            <a:off x="64008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700784"/>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first</a:t>
            </a:r>
            <a:endParaRPr lang="en-US" sz="1700" dirty="0"/>
          </a:p>
        </p:txBody>
      </p:sp>
      <p:sp>
        <p:nvSpPr>
          <p:cNvPr id="7" name="Text 5"/>
          <p:cNvSpPr/>
          <p:nvPr/>
        </p:nvSpPr>
        <p:spPr>
          <a:xfrm>
            <a:off x="1133856" y="2048256"/>
            <a:ext cx="10424160" cy="530352"/>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 graded rubric, and a regression run on every prompt change. Support agents don't die from a bad launch demo — they die from a silent regression after somebody tweaks a prompt on a Thursday.</a:t>
            </a:r>
            <a:endParaRPr lang="en-US" sz="1300" dirty="0"/>
          </a:p>
        </p:txBody>
      </p:sp>
      <p:sp>
        <p:nvSpPr>
          <p:cNvPr id="8" name="Text 6"/>
          <p:cNvSpPr/>
          <p:nvPr/>
        </p:nvSpPr>
        <p:spPr>
          <a:xfrm>
            <a:off x="1133856" y="257860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tests.py is the seed: 20 checks, including a two-turn conversation asserted end to end on exact strings and envelope fields. Growing it means fixtures per scenario, a rubric for narration quality, and wiring the run into CI.</a:t>
            </a:r>
            <a:endParaRPr lang="en-US" sz="1200" dirty="0"/>
          </a:p>
        </p:txBody>
      </p:sp>
      <p:sp>
        <p:nvSpPr>
          <p:cNvPr id="9" name="Shape 7"/>
          <p:cNvSpPr/>
          <p:nvPr/>
        </p:nvSpPr>
        <p:spPr>
          <a:xfrm>
            <a:off x="640080" y="3465576"/>
            <a:ext cx="365760" cy="365760"/>
          </a:xfrm>
          <a:prstGeom prst="ellipse">
            <a:avLst/>
          </a:prstGeom>
          <a:solidFill>
            <a:srgbClr val="5754FF"/>
          </a:solidFill>
          <a:ln/>
        </p:spPr>
      </p:sp>
      <p:sp>
        <p:nvSpPr>
          <p:cNvPr id="10" name="Text 8"/>
          <p:cNvSpPr/>
          <p:nvPr/>
        </p:nvSpPr>
        <p:spPr>
          <a:xfrm>
            <a:off x="640080" y="34655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344728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79476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408736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974336"/>
            <a:ext cx="365760" cy="365760"/>
          </a:xfrm>
          <a:prstGeom prst="ellipse">
            <a:avLst/>
          </a:prstGeom>
          <a:solidFill>
            <a:srgbClr val="5754FF"/>
          </a:solidFill>
          <a:ln/>
        </p:spPr>
      </p:sp>
      <p:sp>
        <p:nvSpPr>
          <p:cNvPr id="15" name="Text 13"/>
          <p:cNvSpPr/>
          <p:nvPr/>
        </p:nvSpPr>
        <p:spPr>
          <a:xfrm>
            <a:off x="640080" y="49743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p:nvPr/>
        </p:nvSpPr>
        <p:spPr>
          <a:xfrm>
            <a:off x="1133856" y="49560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a:t>
            </a:r>
            <a:endParaRPr lang="en-US" sz="1700" dirty="0"/>
          </a:p>
        </p:txBody>
      </p:sp>
      <p:sp>
        <p:nvSpPr>
          <p:cNvPr id="17" name="Text 15"/>
          <p:cNvSpPr/>
          <p:nvPr/>
        </p:nvSpPr>
        <p:spPr>
          <a:xfrm>
            <a:off x="1133856" y="53035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none of which this repo implements.</a:t>
            </a:r>
            <a:endParaRPr lang="en-US" sz="1300" dirty="0"/>
          </a:p>
        </p:txBody>
      </p:sp>
      <p:sp>
        <p:nvSpPr>
          <p:cNvPr id="18" name="Text 16"/>
          <p:cNvSpPr/>
          <p:nvPr/>
        </p:nvSpPr>
        <p:spPr>
          <a:xfrm>
            <a:off x="1133856" y="55961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The envelope contract already accommodates it. That's why the agent emits instead of executing.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2026-07-31T19:45:59Z</dcterms:created>
  <dcterms:modified xsi:type="dcterms:W3CDTF">2026-07-31T19:45:59Z</dcterms:modified>
</cp:coreProperties>
</file>